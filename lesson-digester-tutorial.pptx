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870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1097280"/>
            <a:ext cx="3657600" cy="3657600"/>
          </a:xfrm>
          <a:prstGeom prst="ellipse">
            <a:avLst/>
          </a:prstGeom>
          <a:solidFill>
            <a:srgbClr val="D4870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LESSON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487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DIGESTER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Upload. Analyze. Teach Smarter.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434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Standards-Aligned PPTX Analysis Engine for MN Math Educators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Lesson Digester?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73152" cy="1051560"/>
          </a:xfrm>
          <a:prstGeom prst="rect">
            <a:avLst/>
          </a:prstGeom>
          <a:solidFill>
            <a:srgbClr val="D4870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17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2984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PPTX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16642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and drop your existing lesson slides — no login, no server, everything runs in your browser.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33172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331720"/>
            <a:ext cx="73152" cy="10515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6032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24414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Analysis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83080" y="28072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Digester reads each slide, classifies content types, detects math topics, and maps to MN standards.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47472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474720"/>
            <a:ext cx="73152" cy="105156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70332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5844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Actionable Output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39502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rubrics, teaching insights, differentiation strategies, and a rebuilt presentation — ready to use.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client-side — your files never leave your computer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8288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80160"/>
            <a:ext cx="1828800" cy="73152"/>
          </a:xfrm>
          <a:prstGeom prst="rect">
            <a:avLst/>
          </a:prstGeom>
          <a:solidFill>
            <a:srgbClr val="D4870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002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.pptx file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514600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8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743200" y="1280160"/>
            <a:ext cx="18288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0" y="1280160"/>
            <a:ext cx="1828800" cy="731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600200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8036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880360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grade level (6-8)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63440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892040" y="1280160"/>
            <a:ext cx="18288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92040" y="1280160"/>
            <a:ext cx="1828800" cy="7315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600200"/>
            <a:ext cx="731520" cy="7315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2920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5029200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every slide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812280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8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040880" y="1280160"/>
            <a:ext cx="18288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040880" y="1280160"/>
            <a:ext cx="1828800" cy="73152"/>
          </a:xfrm>
          <a:prstGeom prst="rect">
            <a:avLst/>
          </a:prstGeom>
          <a:solidFill>
            <a:srgbClr val="E8436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600200"/>
            <a:ext cx="731520" cy="7315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7804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DOWNLOAD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178040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rebuilt PPTX + insights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server. No login. No data leaves your machine.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Get: Analysis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794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43000"/>
            <a:ext cx="73152" cy="1051560"/>
          </a:xfrm>
          <a:prstGeom prst="rect">
            <a:avLst/>
          </a:prstGeom>
          <a:solidFill>
            <a:srgbClr val="D4870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34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Map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5819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classified: Title, Content, Practice, Visual, Warm-Up, Closure — with type icons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3794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143000"/>
            <a:ext cx="73152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34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Detection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5819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topic patterns detected across grades 6-8 with keyword highlighting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3794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377440"/>
            <a:ext cx="73152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468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Alignment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81635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Auto-mapped to MN MCA-III benchmarks (e.g. 7.2.1.2) with full descriptions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377440"/>
            <a:ext cx="3794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377440"/>
            <a:ext cx="73152" cy="1051560"/>
          </a:xfrm>
          <a:prstGeom prst="rect">
            <a:avLst/>
          </a:prstGeom>
          <a:solidFill>
            <a:srgbClr val="E8436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468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 Rubric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81635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Proficiency Rubric levels: Exemplary, Proficient, Developing, Beginning — for each benchmark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3794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611880"/>
            <a:ext cx="73152" cy="105156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703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Insights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0507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Misconceptions, differentiation (struggling / on-level / advanced), and essential understandings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611880"/>
            <a:ext cx="3794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611880"/>
            <a:ext cx="73152" cy="10515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703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PPTX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40507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9-slide presentation generated: Title, Overview, Slide Map, Standards, Topics, Insights, Rubric, Problems, Closure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analysis happens instantly in the browser — powered by JSZip + PptxGenJS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 Proficiency Rubric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8288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EXEMPLARY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49424" y="1143000"/>
            <a:ext cx="182880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2249424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PROFICIENT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041648" y="1143000"/>
            <a:ext cx="1828800" cy="457200"/>
          </a:xfrm>
          <a:prstGeom prst="rect">
            <a:avLst/>
          </a:prstGeom>
          <a:solidFill>
            <a:srgbClr val="D4870F"/>
          </a:solidFill>
          <a:ln/>
        </p:spPr>
      </p:sp>
      <p:sp>
        <p:nvSpPr>
          <p:cNvPr id="9" name="Text 7"/>
          <p:cNvSpPr/>
          <p:nvPr/>
        </p:nvSpPr>
        <p:spPr>
          <a:xfrm>
            <a:off x="4041648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33872" y="1143000"/>
            <a:ext cx="1828800" cy="457200"/>
          </a:xfrm>
          <a:prstGeom prst="rect">
            <a:avLst/>
          </a:prstGeom>
          <a:solidFill>
            <a:srgbClr val="E8436D"/>
          </a:solidFill>
          <a:ln/>
        </p:spPr>
      </p:sp>
      <p:sp>
        <p:nvSpPr>
          <p:cNvPr id="11" name="Text 9"/>
          <p:cNvSpPr/>
          <p:nvPr/>
        </p:nvSpPr>
        <p:spPr>
          <a:xfrm>
            <a:off x="5833872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626096" y="1143000"/>
            <a:ext cx="146304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7626096" y="1143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1920240"/>
            <a:ext cx="78638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19659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7.2.1.2 — Represent proportional relationships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2468880"/>
            <a:ext cx="1097280" cy="384048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468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24688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interprets equations, tables, and graphs for proportional relationships; explains the constant of proportionality in context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2999232"/>
            <a:ext cx="1097280" cy="38404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9992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03120" y="299923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proportional relationships with equations, tables, and graphs; identifies the constant of proportionality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" y="3529584"/>
            <a:ext cx="1097280" cy="384048"/>
          </a:xfrm>
          <a:prstGeom prst="rect">
            <a:avLst/>
          </a:prstGeom>
          <a:solidFill>
            <a:srgbClr val="D4870F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295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8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03120" y="352958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proportional relationships in one form (equation OR table OR graph); partially identifies constant of proportionality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" y="4059936"/>
            <a:ext cx="1097280" cy="384048"/>
          </a:xfrm>
          <a:prstGeom prst="rect">
            <a:avLst/>
          </a:prstGeom>
          <a:solidFill>
            <a:srgbClr val="E8436D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0599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4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03120" y="405993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to represent proportional relationships but with significant errors or incomplete representations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benchmarks with full MDE Achievement Level Descriptors across grades 6-8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Insights Engine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3931920" cy="64008"/>
          </a:xfrm>
          <a:prstGeom prst="rect">
            <a:avLst/>
          </a:prstGeom>
          <a:solidFill>
            <a:srgbClr val="E8436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Misconceptions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Digester flags student misunderstandings for each detected topic, drawn from 43 research-backed topic profiles.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Students confuse slope with y-intercept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Mixing up ratio and rate vocabulary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Assuming all shapes with equal perimeter have equal area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393192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 Strategies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37760" y="1874520"/>
            <a:ext cx="3566160" cy="685800"/>
          </a:xfrm>
          <a:prstGeom prst="rect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920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 entry points and visual models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7760" y="2743200"/>
            <a:ext cx="3566160" cy="685800"/>
          </a:xfrm>
          <a:prstGeom prst="rect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788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ON-LEVEL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practice with guided application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3611880"/>
            <a:ext cx="3566160" cy="685800"/>
          </a:xfrm>
          <a:prstGeom prst="rect">
            <a:avLst/>
          </a:prstGeom>
          <a:solidFill>
            <a:srgbClr val="D4870F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3657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problems and real-world connections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topic profiles covering all Grades 6-8 MN math standards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Generated Presentation: 9 Slides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07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Slide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8872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name, grade, date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29000" y="109728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2801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69080" y="1207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06908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standards count, slide breakdown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309360" y="109728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2801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207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Map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94944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grid of every slide by type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8640" y="237744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5603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188720" y="28163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MN benchmark descriptions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429000" y="237744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256032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69080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069080" y="28163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math topics with confidence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309360" y="237744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256032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49440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Insights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949440" y="28163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Misconceptions + differentiation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548640" y="365760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840480"/>
            <a:ext cx="457200" cy="4572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8872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Leveled Problems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1188720" y="4096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 1-3 practice problems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3429000" y="365760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8728" y="3840480"/>
            <a:ext cx="457200" cy="4572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06908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4069080" y="4096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 descriptors table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6309360" y="365760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088" y="3840480"/>
            <a:ext cx="457200" cy="4572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94944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200" dirty="0"/>
          </a:p>
        </p:txBody>
      </p:sp>
      <p:sp>
        <p:nvSpPr>
          <p:cNvPr id="39" name="Text 28"/>
          <p:cNvSpPr/>
          <p:nvPr/>
        </p:nvSpPr>
        <p:spPr>
          <a:xfrm>
            <a:off x="6949440" y="4096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+ next steps prompt</a:t>
            </a:r>
            <a:endParaRPr lang="en-US" sz="1000" dirty="0"/>
          </a:p>
        </p:txBody>
      </p:sp>
      <p:sp>
        <p:nvSpPr>
          <p:cNvPr id="40" name="Text 29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generates a complete analysis deck from your lesson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the Hood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3931920" cy="64008"/>
          </a:xfrm>
          <a:prstGeom prst="rect">
            <a:avLst/>
          </a:prstGeom>
          <a:solidFill>
            <a:srgbClr val="D4870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 Math Benchmarks (Gr 6-8)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3042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487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304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Detection Profiles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7797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7797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Pattern Matchers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2552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43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255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Presentation Slides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7307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3730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Proficiency Levels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143000"/>
            <a:ext cx="393192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JSZip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PPTX files client-side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23042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PptxGenJS 3.12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2304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rebuilt presentations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83480" y="27797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Only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7797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server, no uploads, fully private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83480" y="32552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2552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hosting, always available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83480" y="3730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 MCA-III Data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3730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state benchmark mappings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Jon Drummond · Drummond Design System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870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Started Today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7373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88036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Lesson Digester in your browser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8600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880360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grade level (6, 7, or 8)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834640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88036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any math lesson PPTX onto the upload zone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383280"/>
            <a:ext cx="411480" cy="411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880360" y="3383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analysis results instantly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3931920"/>
            <a:ext cx="411480" cy="4114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88036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your rebuilt presentation</a:t>
            </a:r>
            <a:endParaRPr lang="en-US" sz="1500" dirty="0"/>
          </a:p>
        </p:txBody>
      </p:sp>
      <p:sp>
        <p:nvSpPr>
          <p:cNvPr id="14" name="Shape 7"/>
          <p:cNvSpPr/>
          <p:nvPr/>
        </p:nvSpPr>
        <p:spPr>
          <a:xfrm>
            <a:off x="1371600" y="4297680"/>
            <a:ext cx="6400800" cy="502920"/>
          </a:xfrm>
          <a:prstGeom prst="rect">
            <a:avLst/>
          </a:prstGeom>
          <a:solidFill>
            <a:srgbClr val="D4870F">
              <a:alpha val="15000"/>
            </a:srgbClr>
          </a:solidFill>
          <a:ln/>
        </p:spPr>
      </p:sp>
      <p:sp>
        <p:nvSpPr>
          <p:cNvPr id="15" name="Text 8"/>
          <p:cNvSpPr/>
          <p:nvPr/>
        </p:nvSpPr>
        <p:spPr>
          <a:xfrm>
            <a:off x="137160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8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discrafty-cpu.github.io/lesson-digester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Lesson Digester — Product Tutorial</dc:title>
  <dc:subject>PptxGenJS Presentation</dc:subject>
  <dc:creator>Jon Drummond</dc:creator>
  <cp:lastModifiedBy>Jon Drummond</cp:lastModifiedBy>
  <cp:revision>1</cp:revision>
  <dcterms:created xsi:type="dcterms:W3CDTF">2026-03-11T04:26:21Z</dcterms:created>
  <dcterms:modified xsi:type="dcterms:W3CDTF">2026-03-11T04:26:21Z</dcterms:modified>
</cp:coreProperties>
</file>